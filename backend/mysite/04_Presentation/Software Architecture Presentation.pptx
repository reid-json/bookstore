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75E44-C6C7-4911-AA42-C2FA527776BD}" v="1" dt="2025-11-03T17:06:14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2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6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5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9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3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6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7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0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8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131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78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56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03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6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4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2D5F05B-F1CA-41F1-9D15-228D0FEFC4A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83BA-196A-4CCB-B8E2-286CC463F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9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9778-B726-8739-A512-7FE64087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60" y="2742465"/>
            <a:ext cx="8824456" cy="1373070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4AB86-DD74-84AB-7641-1F4863F18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Lucas, Dakota, Jason</a:t>
            </a:r>
          </a:p>
        </p:txBody>
      </p:sp>
    </p:spTree>
    <p:extLst>
      <p:ext uri="{BB962C8B-B14F-4D97-AF65-F5344CB8AC3E}">
        <p14:creationId xmlns:p14="http://schemas.microsoft.com/office/powerpoint/2010/main" val="244803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E9B2-8648-4FE2-049E-BC49B1A4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679F-9437-7796-4577-BF7687FCE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8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D805-20E0-8C11-702F-8EAA37B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A81C-7C24-2D91-1605-4E3A2EFCC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3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C01E-1AE5-AB52-A97E-03233B15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C092-3EEA-CCFC-A460-B9207524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F23A-85FA-AE25-D003-DBD69363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B4645-8B0C-1110-2DDE-A2EA8F86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6638-B1C7-87F6-A2BA-8DE3C86A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39AA-D11B-A47F-43B4-874B0E827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9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CF64-A513-14A1-5C36-065B07D8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739E-C182-E757-1295-456F9114F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0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71D7-02C5-E318-5B5D-9959656A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5E8C-C5F5-2B12-2921-2FCE452A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7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622E-B148-C4C9-1CC2-4F828089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2D522-E2D2-B253-80AC-A9ECB4DC1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0FC4-37E1-FB54-A9BD-E5FCFED5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14019-70BC-0C7E-6447-5955B71A1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36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AB926AED31D64099D8A5FB6470B6ED" ma:contentTypeVersion="9" ma:contentTypeDescription="Create a new document." ma:contentTypeScope="" ma:versionID="2dccdbaecd6835a0e5f39c113336db48">
  <xsd:schema xmlns:xsd="http://www.w3.org/2001/XMLSchema" xmlns:xs="http://www.w3.org/2001/XMLSchema" xmlns:p="http://schemas.microsoft.com/office/2006/metadata/properties" xmlns:ns3="00c3624e-ea26-46a9-84ef-099230a2cce3" targetNamespace="http://schemas.microsoft.com/office/2006/metadata/properties" ma:root="true" ma:fieldsID="1ed0714cfd85b5fd5aa94e0cd9970225" ns3:_="">
    <xsd:import namespace="00c3624e-ea26-46a9-84ef-099230a2cc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3624e-ea26-46a9-84ef-099230a2cc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A18C25-DF69-49C9-A179-A457BD833C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c3624e-ea26-46a9-84ef-099230a2cc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DC0719-03AC-4375-899F-EC245CD468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CDE179-76C8-405C-98B1-BA6E751B78DD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0c3624e-ea26-46a9-84ef-099230a2cce3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932</TotalTime>
  <Words>9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Times New Roman</vt:lpstr>
      <vt:lpstr>Wingdings 3</vt:lpstr>
      <vt:lpstr>Ion</vt:lpstr>
      <vt:lpstr>Software Design &amp;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Reid</dc:creator>
  <cp:lastModifiedBy>Jason Reid</cp:lastModifiedBy>
  <cp:revision>3</cp:revision>
  <dcterms:created xsi:type="dcterms:W3CDTF">2025-11-03T16:57:10Z</dcterms:created>
  <dcterms:modified xsi:type="dcterms:W3CDTF">2025-11-12T02:23:38Z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0x010100A7AB926AED31D64099D8A5FB6470B6ED</vt:lpwstr>
  </property>
</Properties>
</file>