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6775E44-C6C7-4911-AA42-C2FA527776BD}" v="1" dt="2025-11-03T17:06:14.4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 varScale="1">
        <p:scale>
          <a:sx n="42" d="100"/>
          <a:sy n="42" d="100"/>
        </p:scale>
        <p:origin x="106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15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31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581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370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703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62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078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452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83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44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047442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897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9340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653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8983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305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5F05B-F1CA-41F1-9D15-228D0FEFC4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8583BA-196A-4CCB-B8E2-286CC463FA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8233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09778-B726-8739-A512-7FE64087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634" y="2742465"/>
            <a:ext cx="8824456" cy="1373070"/>
          </a:xfrm>
        </p:spPr>
        <p:txBody>
          <a:bodyPr/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4AB86-DD74-84AB-7641-1F4863F18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Lucas, Dakota, Jason</a:t>
            </a:r>
          </a:p>
        </p:txBody>
      </p:sp>
    </p:spTree>
    <p:extLst>
      <p:ext uri="{BB962C8B-B14F-4D97-AF65-F5344CB8AC3E}">
        <p14:creationId xmlns:p14="http://schemas.microsoft.com/office/powerpoint/2010/main" val="2448034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6E9B2-8648-4FE2-049E-BC49B1A43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D679F-9437-7796-4577-BF7687FCE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586154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7AB926AED31D64099D8A5FB6470B6ED" ma:contentTypeVersion="9" ma:contentTypeDescription="Create a new document." ma:contentTypeScope="" ma:versionID="2dccdbaecd6835a0e5f39c113336db48">
  <xsd:schema xmlns:xsd="http://www.w3.org/2001/XMLSchema" xmlns:xs="http://www.w3.org/2001/XMLSchema" xmlns:p="http://schemas.microsoft.com/office/2006/metadata/properties" xmlns:ns3="00c3624e-ea26-46a9-84ef-099230a2cce3" targetNamespace="http://schemas.microsoft.com/office/2006/metadata/properties" ma:root="true" ma:fieldsID="1ed0714cfd85b5fd5aa94e0cd9970225" ns3:_="">
    <xsd:import namespace="00c3624e-ea26-46a9-84ef-099230a2cce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c3624e-ea26-46a9-84ef-099230a2cce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CDE179-76C8-405C-98B1-BA6E751B78DD}">
  <ds:schemaRefs>
    <ds:schemaRef ds:uri="http://schemas.microsoft.com/office/2006/documentManagement/types"/>
    <ds:schemaRef ds:uri="http://purl.org/dc/terms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00c3624e-ea26-46a9-84ef-099230a2cce3"/>
    <ds:schemaRef ds:uri="http://schemas.microsoft.com/office/2006/metadata/properties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FCDC0719-03AC-4375-899F-EC245CD4688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A18C25-DF69-49C9-A179-A457BD833C4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0c3624e-ea26-46a9-84ef-099230a2cc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12</TotalTime>
  <Words>9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Times New Roman</vt:lpstr>
      <vt:lpstr>Trebuchet MS</vt:lpstr>
      <vt:lpstr>Berlin</vt:lpstr>
      <vt:lpstr>Software Design &amp; Architecture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Jason Reid</dc:creator>
  <cp:lastModifiedBy>Jason Reid</cp:lastModifiedBy>
  <cp:revision>2</cp:revision>
  <dcterms:created xsi:type="dcterms:W3CDTF">2025-11-03T16:57:10Z</dcterms:created>
  <dcterms:modified xsi:type="dcterms:W3CDTF">2025-11-05T03:37:26Z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0x010100A7AB926AED31D64099D8A5FB6470B6ED</vt:lpwstr>
  </property>
</Properties>
</file>